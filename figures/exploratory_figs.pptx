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537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4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E17EF-B9E6-0A07-E544-7D22FF671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8A147-DE3B-ECB6-86B3-AD147391C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B4D69-B1A1-A56E-E9E5-F2B6445D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7B56-42EE-4E4C-9BB6-30F897FEDB3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EE465-EDC8-6A05-65C8-DB19EE11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3FF95-A42C-D5C6-B44C-753FB71C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0397-56EF-491C-926E-DFE911C39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0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E045C-FA6D-B2A6-4AA1-5282392E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E7602-350E-3EA8-8D53-E3086A103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4B9C6-FCA0-6129-054A-F94EA667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7B56-42EE-4E4C-9BB6-30F897FEDB3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98F7-0BB8-534F-BF46-B694717C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933E7-C20A-6B1B-9AA4-FEEFDF6A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0397-56EF-491C-926E-DFE911C39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00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45D0F-0D53-04BF-44F1-8C386BB1A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B402D-7FFA-E105-CC93-2CF4C18F9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EE606-6FE4-9948-72FD-EEF6820B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7B56-42EE-4E4C-9BB6-30F897FEDB3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831B9-9C29-4BD9-6DD9-545BB59B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9C79B-DEAD-2A1A-40B7-1D3F8D8BD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0397-56EF-491C-926E-DFE911C39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41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F202-F398-895B-A7FA-E0158912E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5F5A-4B5B-1896-BDCB-E32DEED69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E5078-356F-E2DC-BE61-E1B33013B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DCE20-28B1-B7B9-0E2E-F67BE1E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7B56-42EE-4E4C-9BB6-30F897FEDB3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96A26-F10B-A188-AF82-9521BF66C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A0BF7-C311-3E11-F042-5FE94C9C4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0397-56EF-491C-926E-DFE911C39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3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E5E7-4ADD-CD2F-8BD9-BE0A00BF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DCF75-409E-35D7-201D-B98209E05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2A84E-6F30-7716-4E10-281D3B442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843C5-99E5-202D-1C8B-332BE446D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47A1CD-3B57-151E-75F3-C7B7A8DD02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E827E-86D6-E7A5-A317-03F1BF5C5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7B56-42EE-4E4C-9BB6-30F897FEDB3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EBEF5-DB21-0E83-BDE5-3B3CD63FF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23846-EE07-FE0E-D913-82F5CC66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0397-56EF-491C-926E-DFE911C39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0973-8DDE-36DD-6B6F-71D60DF6C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F905BC-086D-C680-C205-17D77BACE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7B56-42EE-4E4C-9BB6-30F897FEDB3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698CB-88C3-EA11-618B-8E29C2405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4A4D7-4967-EB10-0329-E266EC78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0397-56EF-491C-926E-DFE911C39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2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76543-DDCC-908E-EE88-01B69B07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7B56-42EE-4E4C-9BB6-30F897FEDB3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AFDF7-BE12-632C-5A87-11545808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A5E4F-D9C7-3700-8A7B-7356E79A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0397-56EF-491C-926E-DFE911C39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3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3FFE7-1DC3-6DC4-3022-18F75476D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13C6B-CFC9-E002-F54D-0CB22D48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C289A-7655-18C2-637B-6F788674F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8AFB9-C636-072C-111C-E9FA36ED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7B56-42EE-4E4C-9BB6-30F897FEDB3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1E943-A7F2-EC22-3913-9BEE42E7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4C2D5-7A89-02E0-C700-ACE534636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0397-56EF-491C-926E-DFE911C39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0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2E1A-EEEB-2F3E-ABF5-10060DA9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4A4BC2-5446-19D0-B716-FC2FE7ADC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E5826-B81D-83C1-3047-BC823F835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DBEEE-6281-312F-AA16-F1759790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7B56-42EE-4E4C-9BB6-30F897FEDB3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4512D-D0EB-E680-F7AF-0A0E4864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B3232-3442-2DED-D812-79F0F0F8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0397-56EF-491C-926E-DFE911C39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64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A5BC-FED0-118E-4474-F46C1D778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CE942-5EC9-181A-9C21-EEAAA5312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8EB7C-FA1B-CB20-23CE-87B1112A7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7B56-42EE-4E4C-9BB6-30F897FEDB3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82E23-F0D5-F5CF-829F-47C11792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31F88-FF00-B88E-8E2E-C200F4E6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0397-56EF-491C-926E-DFE911C39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34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6C4A1A-AD95-3A69-A679-70EA7412F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516B6-8AA7-5468-4EDB-84080577F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8686C-5845-C9A5-42FE-5F324FEA8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47B56-42EE-4E4C-9BB6-30F897FEDB3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7482E-2675-C546-19CE-CCAFDE2F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78692-EE9D-80B8-02B8-D3F027AA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F0397-56EF-491C-926E-DFE911C39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82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6B716C-DAD7-27E2-ED6F-381839C47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AC418-59C8-C223-7DC1-4C28B9EBF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59E06-BFBE-FEFB-F73D-63C64CF94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47B56-42EE-4E4C-9BB6-30F897FEDB3D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B18E8-5002-43E6-B168-F98F23E15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84A28-B91B-9BA6-1BB1-094421F94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F0397-56EF-491C-926E-DFE911C39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7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7C5B3F-9C63-7012-EDA3-26297E925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20" y="107682"/>
            <a:ext cx="5402655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48AA62-0C10-009C-CC06-46598B1FB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226" y="107682"/>
            <a:ext cx="5402656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01820C-1937-391E-965B-7F61BA32F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672" y="3657600"/>
            <a:ext cx="5402656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3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A50CDC-9198-2192-1F37-896286B2A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887" y="819150"/>
            <a:ext cx="56102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2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FB42A0-F190-E676-F82E-CDE24F404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887" y="819150"/>
            <a:ext cx="56102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443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AF3048-E85C-C90D-11B4-5EECE2232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819150"/>
            <a:ext cx="58769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64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C56DF-89ED-7FD9-F9A5-3B3743DD7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B43641-0949-A5B4-5F05-51F1FBA57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819150"/>
            <a:ext cx="58769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964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49887-8030-ED14-E341-60D625AA5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FF5A0D-AA3C-7241-629E-0047D5A48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819150"/>
            <a:ext cx="58769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9F93A-3FAD-7449-990F-5602440EE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F4855C-60E0-B46E-08CD-70B1CB94C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819150"/>
            <a:ext cx="58769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89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18360-EF58-7340-B88E-346C5DD9D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669922-B47E-D5ED-1F68-77712E829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819150"/>
            <a:ext cx="58769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37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096CB-A383-1D53-C835-8D95F46FC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E25D2F-FF89-D5EE-6034-F82FA2E05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819150"/>
            <a:ext cx="58769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59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9B6D3-4E93-1680-C988-D4449E176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05CF96-7C0F-B267-6E0C-5E92C6119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819150"/>
            <a:ext cx="58769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44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CDD37-A253-35ED-8E5A-87EA3194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E2265-F8C3-8006-6425-8B1800CDE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819150"/>
            <a:ext cx="58769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5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E59D6-C17A-18C3-C20A-D824FC8FC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7FF438-640B-4DBF-7D41-696856FF5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819150"/>
            <a:ext cx="58769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40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835D4-DB5F-93A9-6787-748770950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D5E4F2-4F78-688F-5858-FFCABA221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7" y="819150"/>
            <a:ext cx="58769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6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1408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Perret</dc:creator>
  <cp:lastModifiedBy>Daniel Perret</cp:lastModifiedBy>
  <cp:revision>1</cp:revision>
  <dcterms:created xsi:type="dcterms:W3CDTF">2026-06-11T17:33:22Z</dcterms:created>
  <dcterms:modified xsi:type="dcterms:W3CDTF">2026-06-12T17:02:10Z</dcterms:modified>
</cp:coreProperties>
</file>